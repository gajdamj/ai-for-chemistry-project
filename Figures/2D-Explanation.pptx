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13102-995F-481D-BB68-47B25C627B82}" v="4" dt="2026-04-18T16:41:59.0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>
        <p:scale>
          <a:sx n="33" d="100"/>
          <a:sy n="33" d="100"/>
        </p:scale>
        <p:origin x="-667" y="-10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l Jan Gajda" userId="44ec69bc-7c51-442e-9fb8-e23cec7d728e" providerId="ADAL" clId="{E140FEBE-BC1C-4B6E-8A3B-6F68765ADD48}"/>
    <pc:docChg chg="undo custSel modSld">
      <pc:chgData name="Michal Jan Gajda" userId="44ec69bc-7c51-442e-9fb8-e23cec7d728e" providerId="ADAL" clId="{E140FEBE-BC1C-4B6E-8A3B-6F68765ADD48}" dt="2026-04-18T16:48:19.317" v="398" actId="1036"/>
      <pc:docMkLst>
        <pc:docMk/>
      </pc:docMkLst>
      <pc:sldChg chg="addSp delSp modSp mod">
        <pc:chgData name="Michal Jan Gajda" userId="44ec69bc-7c51-442e-9fb8-e23cec7d728e" providerId="ADAL" clId="{E140FEBE-BC1C-4B6E-8A3B-6F68765ADD48}" dt="2026-04-18T16:48:19.317" v="398" actId="1036"/>
        <pc:sldMkLst>
          <pc:docMk/>
          <pc:sldMk cId="2470576341" sldId="256"/>
        </pc:sldMkLst>
        <pc:spChg chg="mod">
          <ac:chgData name="Michal Jan Gajda" userId="44ec69bc-7c51-442e-9fb8-e23cec7d728e" providerId="ADAL" clId="{E140FEBE-BC1C-4B6E-8A3B-6F68765ADD48}" dt="2026-04-18T16:23:14.704" v="29" actId="1076"/>
          <ac:spMkLst>
            <pc:docMk/>
            <pc:sldMk cId="2470576341" sldId="256"/>
            <ac:spMk id="5" creationId="{DCAC7D65-32C7-A7B7-BAAF-2883B072D608}"/>
          </ac:spMkLst>
        </pc:spChg>
        <pc:spChg chg="mod">
          <ac:chgData name="Michal Jan Gajda" userId="44ec69bc-7c51-442e-9fb8-e23cec7d728e" providerId="ADAL" clId="{E140FEBE-BC1C-4B6E-8A3B-6F68765ADD48}" dt="2026-04-18T16:23:14.704" v="29" actId="1076"/>
          <ac:spMkLst>
            <pc:docMk/>
            <pc:sldMk cId="2470576341" sldId="256"/>
            <ac:spMk id="7" creationId="{6A220B1B-34A5-B82A-8CA2-7FE57F3BBB9F}"/>
          </ac:spMkLst>
        </pc:spChg>
        <pc:spChg chg="mod">
          <ac:chgData name="Michal Jan Gajda" userId="44ec69bc-7c51-442e-9fb8-e23cec7d728e" providerId="ADAL" clId="{E140FEBE-BC1C-4B6E-8A3B-6F68765ADD48}" dt="2026-04-18T16:23:14.704" v="29" actId="1076"/>
          <ac:spMkLst>
            <pc:docMk/>
            <pc:sldMk cId="2470576341" sldId="256"/>
            <ac:spMk id="8" creationId="{D202A147-5CC9-84FB-FDCC-C65AD74C3C47}"/>
          </ac:spMkLst>
        </pc:spChg>
        <pc:spChg chg="mod">
          <ac:chgData name="Michal Jan Gajda" userId="44ec69bc-7c51-442e-9fb8-e23cec7d728e" providerId="ADAL" clId="{E140FEBE-BC1C-4B6E-8A3B-6F68765ADD48}" dt="2026-04-18T16:23:14.704" v="29" actId="1076"/>
          <ac:spMkLst>
            <pc:docMk/>
            <pc:sldMk cId="2470576341" sldId="256"/>
            <ac:spMk id="9" creationId="{403D6E63-D0F1-D580-F3C6-8397E54FCFD4}"/>
          </ac:spMkLst>
        </pc:spChg>
        <pc:spChg chg="mod">
          <ac:chgData name="Michal Jan Gajda" userId="44ec69bc-7c51-442e-9fb8-e23cec7d728e" providerId="ADAL" clId="{E140FEBE-BC1C-4B6E-8A3B-6F68765ADD48}" dt="2026-04-18T16:23:14.704" v="29" actId="1076"/>
          <ac:spMkLst>
            <pc:docMk/>
            <pc:sldMk cId="2470576341" sldId="256"/>
            <ac:spMk id="10" creationId="{B27DB626-8358-5935-6148-19B840231B8E}"/>
          </ac:spMkLst>
        </pc:spChg>
        <pc:spChg chg="mod">
          <ac:chgData name="Michal Jan Gajda" userId="44ec69bc-7c51-442e-9fb8-e23cec7d728e" providerId="ADAL" clId="{E140FEBE-BC1C-4B6E-8A3B-6F68765ADD48}" dt="2026-04-18T16:23:14.704" v="29" actId="1076"/>
          <ac:spMkLst>
            <pc:docMk/>
            <pc:sldMk cId="2470576341" sldId="256"/>
            <ac:spMk id="11" creationId="{5855FFEF-1527-B64F-3834-A8B7DC73BCB4}"/>
          </ac:spMkLst>
        </pc:spChg>
        <pc:spChg chg="mod">
          <ac:chgData name="Michal Jan Gajda" userId="44ec69bc-7c51-442e-9fb8-e23cec7d728e" providerId="ADAL" clId="{E140FEBE-BC1C-4B6E-8A3B-6F68765ADD48}" dt="2026-04-18T16:23:14.704" v="29" actId="1076"/>
          <ac:spMkLst>
            <pc:docMk/>
            <pc:sldMk cId="2470576341" sldId="256"/>
            <ac:spMk id="12" creationId="{C57EA2AE-AEE3-A6C6-B654-02ED7A98F9C6}"/>
          </ac:spMkLst>
        </pc:spChg>
        <pc:spChg chg="mod">
          <ac:chgData name="Michal Jan Gajda" userId="44ec69bc-7c51-442e-9fb8-e23cec7d728e" providerId="ADAL" clId="{E140FEBE-BC1C-4B6E-8A3B-6F68765ADD48}" dt="2026-04-18T16:23:14.704" v="29" actId="1076"/>
          <ac:spMkLst>
            <pc:docMk/>
            <pc:sldMk cId="2470576341" sldId="256"/>
            <ac:spMk id="18" creationId="{1FD1DDE8-6C51-954F-95CB-B8320A3EFAA3}"/>
          </ac:spMkLst>
        </pc:spChg>
        <pc:spChg chg="mod">
          <ac:chgData name="Michal Jan Gajda" userId="44ec69bc-7c51-442e-9fb8-e23cec7d728e" providerId="ADAL" clId="{E140FEBE-BC1C-4B6E-8A3B-6F68765ADD48}" dt="2026-04-18T16:31:52.243" v="102" actId="1036"/>
          <ac:spMkLst>
            <pc:docMk/>
            <pc:sldMk cId="2470576341" sldId="256"/>
            <ac:spMk id="39" creationId="{E0B6BE7D-D1EA-67D0-5778-E258B39511C6}"/>
          </ac:spMkLst>
        </pc:spChg>
        <pc:spChg chg="mod">
          <ac:chgData name="Michal Jan Gajda" userId="44ec69bc-7c51-442e-9fb8-e23cec7d728e" providerId="ADAL" clId="{E140FEBE-BC1C-4B6E-8A3B-6F68765ADD48}" dt="2026-04-18T16:33:06.908" v="109" actId="14100"/>
          <ac:spMkLst>
            <pc:docMk/>
            <pc:sldMk cId="2470576341" sldId="256"/>
            <ac:spMk id="46" creationId="{0C401232-817C-461B-150C-EFBC9A409D0F}"/>
          </ac:spMkLst>
        </pc:spChg>
        <pc:spChg chg="mod">
          <ac:chgData name="Michal Jan Gajda" userId="44ec69bc-7c51-442e-9fb8-e23cec7d728e" providerId="ADAL" clId="{E140FEBE-BC1C-4B6E-8A3B-6F68765ADD48}" dt="2026-04-18T16:31:52.243" v="102" actId="1036"/>
          <ac:spMkLst>
            <pc:docMk/>
            <pc:sldMk cId="2470576341" sldId="256"/>
            <ac:spMk id="51" creationId="{C53A6661-29B0-6D2F-E842-F8A4F51976F5}"/>
          </ac:spMkLst>
        </pc:spChg>
        <pc:spChg chg="mod">
          <ac:chgData name="Michal Jan Gajda" userId="44ec69bc-7c51-442e-9fb8-e23cec7d728e" providerId="ADAL" clId="{E140FEBE-BC1C-4B6E-8A3B-6F68765ADD48}" dt="2026-04-18T16:31:58.781" v="104" actId="1076"/>
          <ac:spMkLst>
            <pc:docMk/>
            <pc:sldMk cId="2470576341" sldId="256"/>
            <ac:spMk id="63" creationId="{7D944585-1BF1-DB2E-2BE9-D7F9D39652D3}"/>
          </ac:spMkLst>
        </pc:spChg>
        <pc:spChg chg="mod">
          <ac:chgData name="Michal Jan Gajda" userId="44ec69bc-7c51-442e-9fb8-e23cec7d728e" providerId="ADAL" clId="{E140FEBE-BC1C-4B6E-8A3B-6F68765ADD48}" dt="2026-04-18T16:48:06.097" v="386" actId="1036"/>
          <ac:spMkLst>
            <pc:docMk/>
            <pc:sldMk cId="2470576341" sldId="256"/>
            <ac:spMk id="66" creationId="{43C9A01B-1FC4-0A36-D6D9-B9C7ECB9EC50}"/>
          </ac:spMkLst>
        </pc:spChg>
        <pc:spChg chg="mod">
          <ac:chgData name="Michal Jan Gajda" userId="44ec69bc-7c51-442e-9fb8-e23cec7d728e" providerId="ADAL" clId="{E140FEBE-BC1C-4B6E-8A3B-6F68765ADD48}" dt="2026-04-18T16:34:49.702" v="136" actId="1076"/>
          <ac:spMkLst>
            <pc:docMk/>
            <pc:sldMk cId="2470576341" sldId="256"/>
            <ac:spMk id="67" creationId="{A3AF3722-F113-5DBD-550B-D5F53626916C}"/>
          </ac:spMkLst>
        </pc:spChg>
        <pc:spChg chg="mod">
          <ac:chgData name="Michal Jan Gajda" userId="44ec69bc-7c51-442e-9fb8-e23cec7d728e" providerId="ADAL" clId="{E140FEBE-BC1C-4B6E-8A3B-6F68765ADD48}" dt="2026-04-18T16:47:51.381" v="373" actId="20577"/>
          <ac:spMkLst>
            <pc:docMk/>
            <pc:sldMk cId="2470576341" sldId="256"/>
            <ac:spMk id="71" creationId="{5EBF3B63-02CA-C924-3F2A-52B42188B3C8}"/>
          </ac:spMkLst>
        </pc:spChg>
        <pc:spChg chg="mod">
          <ac:chgData name="Michal Jan Gajda" userId="44ec69bc-7c51-442e-9fb8-e23cec7d728e" providerId="ADAL" clId="{E140FEBE-BC1C-4B6E-8A3B-6F68765ADD48}" dt="2026-04-18T16:48:02.904" v="381" actId="1036"/>
          <ac:spMkLst>
            <pc:docMk/>
            <pc:sldMk cId="2470576341" sldId="256"/>
            <ac:spMk id="104" creationId="{4072F602-F50B-D009-C61C-EB1E9FD75C92}"/>
          </ac:spMkLst>
        </pc:spChg>
        <pc:spChg chg="mod">
          <ac:chgData name="Michal Jan Gajda" userId="44ec69bc-7c51-442e-9fb8-e23cec7d728e" providerId="ADAL" clId="{E140FEBE-BC1C-4B6E-8A3B-6F68765ADD48}" dt="2026-04-18T16:47:40.757" v="372" actId="1035"/>
          <ac:spMkLst>
            <pc:docMk/>
            <pc:sldMk cId="2470576341" sldId="256"/>
            <ac:spMk id="109" creationId="{40F3A1D6-10E0-7FB6-68A0-75607326132A}"/>
          </ac:spMkLst>
        </pc:spChg>
        <pc:spChg chg="mod">
          <ac:chgData name="Michal Jan Gajda" userId="44ec69bc-7c51-442e-9fb8-e23cec7d728e" providerId="ADAL" clId="{E140FEBE-BC1C-4B6E-8A3B-6F68765ADD48}" dt="2026-04-18T16:48:13.866" v="391" actId="1035"/>
          <ac:spMkLst>
            <pc:docMk/>
            <pc:sldMk cId="2470576341" sldId="256"/>
            <ac:spMk id="111" creationId="{225DA475-2FC9-A44A-A7FB-4D4DDDCD8F70}"/>
          </ac:spMkLst>
        </pc:spChg>
        <pc:spChg chg="mod">
          <ac:chgData name="Michal Jan Gajda" userId="44ec69bc-7c51-442e-9fb8-e23cec7d728e" providerId="ADAL" clId="{E140FEBE-BC1C-4B6E-8A3B-6F68765ADD48}" dt="2026-04-18T16:48:19.317" v="398" actId="1036"/>
          <ac:spMkLst>
            <pc:docMk/>
            <pc:sldMk cId="2470576341" sldId="256"/>
            <ac:spMk id="115" creationId="{DA653333-9CF9-3073-1C1F-67AB38570810}"/>
          </ac:spMkLst>
        </pc:spChg>
        <pc:spChg chg="mod">
          <ac:chgData name="Michal Jan Gajda" userId="44ec69bc-7c51-442e-9fb8-e23cec7d728e" providerId="ADAL" clId="{E140FEBE-BC1C-4B6E-8A3B-6F68765ADD48}" dt="2026-04-18T16:48:16.911" v="395" actId="1036"/>
          <ac:spMkLst>
            <pc:docMk/>
            <pc:sldMk cId="2470576341" sldId="256"/>
            <ac:spMk id="133" creationId="{E94D2AA5-AEC7-4B02-DDE2-7A39294CAC33}"/>
          </ac:spMkLst>
        </pc:spChg>
        <pc:spChg chg="mod">
          <ac:chgData name="Michal Jan Gajda" userId="44ec69bc-7c51-442e-9fb8-e23cec7d728e" providerId="ADAL" clId="{E140FEBE-BC1C-4B6E-8A3B-6F68765ADD48}" dt="2026-04-18T16:46:29.964" v="284" actId="1037"/>
          <ac:spMkLst>
            <pc:docMk/>
            <pc:sldMk cId="2470576341" sldId="256"/>
            <ac:spMk id="158" creationId="{3FDCD5A2-ACAE-AAFF-D7F6-201B3D0F2B30}"/>
          </ac:spMkLst>
        </pc:spChg>
        <pc:picChg chg="mod">
          <ac:chgData name="Michal Jan Gajda" userId="44ec69bc-7c51-442e-9fb8-e23cec7d728e" providerId="ADAL" clId="{E140FEBE-BC1C-4B6E-8A3B-6F68765ADD48}" dt="2026-04-18T16:23:14.704" v="29" actId="1076"/>
          <ac:picMkLst>
            <pc:docMk/>
            <pc:sldMk cId="2470576341" sldId="256"/>
            <ac:picMk id="16" creationId="{62843B62-E38E-02EB-B85C-B5EE7C76C867}"/>
          </ac:picMkLst>
        </pc:picChg>
        <pc:picChg chg="mod">
          <ac:chgData name="Michal Jan Gajda" userId="44ec69bc-7c51-442e-9fb8-e23cec7d728e" providerId="ADAL" clId="{E140FEBE-BC1C-4B6E-8A3B-6F68765ADD48}" dt="2026-04-18T16:31:27.364" v="97" actId="1076"/>
          <ac:picMkLst>
            <pc:docMk/>
            <pc:sldMk cId="2470576341" sldId="256"/>
            <ac:picMk id="42" creationId="{F3242D43-FD53-1F6B-1CFF-176166C63002}"/>
          </ac:picMkLst>
        </pc:picChg>
        <pc:picChg chg="mod">
          <ac:chgData name="Michal Jan Gajda" userId="44ec69bc-7c51-442e-9fb8-e23cec7d728e" providerId="ADAL" clId="{E140FEBE-BC1C-4B6E-8A3B-6F68765ADD48}" dt="2026-04-18T16:31:27.364" v="97" actId="1076"/>
          <ac:picMkLst>
            <pc:docMk/>
            <pc:sldMk cId="2470576341" sldId="256"/>
            <ac:picMk id="58" creationId="{ED477D63-F0B3-F859-0576-9952B7CA9E33}"/>
          </ac:picMkLst>
        </pc:picChg>
        <pc:picChg chg="mod">
          <ac:chgData name="Michal Jan Gajda" userId="44ec69bc-7c51-442e-9fb8-e23cec7d728e" providerId="ADAL" clId="{E140FEBE-BC1C-4B6E-8A3B-6F68765ADD48}" dt="2026-04-18T16:31:27.364" v="97" actId="1076"/>
          <ac:picMkLst>
            <pc:docMk/>
            <pc:sldMk cId="2470576341" sldId="256"/>
            <ac:picMk id="61" creationId="{ACB03130-EB71-F128-58EE-331AA4925363}"/>
          </ac:picMkLst>
        </pc:picChg>
        <pc:picChg chg="mod">
          <ac:chgData name="Michal Jan Gajda" userId="44ec69bc-7c51-442e-9fb8-e23cec7d728e" providerId="ADAL" clId="{E140FEBE-BC1C-4B6E-8A3B-6F68765ADD48}" dt="2026-04-18T16:35:01.581" v="137" actId="12789"/>
          <ac:picMkLst>
            <pc:docMk/>
            <pc:sldMk cId="2470576341" sldId="256"/>
            <ac:picMk id="69" creationId="{5C139528-B824-C667-A905-0070B473A1E3}"/>
          </ac:picMkLst>
        </pc:picChg>
        <pc:picChg chg="mod">
          <ac:chgData name="Michal Jan Gajda" userId="44ec69bc-7c51-442e-9fb8-e23cec7d728e" providerId="ADAL" clId="{E140FEBE-BC1C-4B6E-8A3B-6F68765ADD48}" dt="2026-04-18T16:35:01.581" v="137" actId="12789"/>
          <ac:picMkLst>
            <pc:docMk/>
            <pc:sldMk cId="2470576341" sldId="256"/>
            <ac:picMk id="70" creationId="{86662C84-5B29-6228-5E44-1BAD03C8CA4F}"/>
          </ac:picMkLst>
        </pc:picChg>
        <pc:picChg chg="mod">
          <ac:chgData name="Michal Jan Gajda" userId="44ec69bc-7c51-442e-9fb8-e23cec7d728e" providerId="ADAL" clId="{E140FEBE-BC1C-4B6E-8A3B-6F68765ADD48}" dt="2026-04-18T16:24:52.125" v="37" actId="1076"/>
          <ac:picMkLst>
            <pc:docMk/>
            <pc:sldMk cId="2470576341" sldId="256"/>
            <ac:picMk id="96" creationId="{203FAA89-B5C2-2299-6A9E-5222DDCE2238}"/>
          </ac:picMkLst>
        </pc:picChg>
        <pc:picChg chg="mod">
          <ac:chgData name="Michal Jan Gajda" userId="44ec69bc-7c51-442e-9fb8-e23cec7d728e" providerId="ADAL" clId="{E140FEBE-BC1C-4B6E-8A3B-6F68765ADD48}" dt="2026-04-18T16:46:55.459" v="291" actId="1076"/>
          <ac:picMkLst>
            <pc:docMk/>
            <pc:sldMk cId="2470576341" sldId="256"/>
            <ac:picMk id="98" creationId="{52EE91CF-384B-7DD8-AAE9-4BBF282E73EB}"/>
          </ac:picMkLst>
        </pc:picChg>
        <pc:picChg chg="mod">
          <ac:chgData name="Michal Jan Gajda" userId="44ec69bc-7c51-442e-9fb8-e23cec7d728e" providerId="ADAL" clId="{E140FEBE-BC1C-4B6E-8A3B-6F68765ADD48}" dt="2026-04-18T16:47:25.154" v="361" actId="1076"/>
          <ac:picMkLst>
            <pc:docMk/>
            <pc:sldMk cId="2470576341" sldId="256"/>
            <ac:picMk id="112" creationId="{36152C27-808D-66D0-A6E2-67A7CC997F58}"/>
          </ac:picMkLst>
        </pc:picChg>
        <pc:picChg chg="mod">
          <ac:chgData name="Michal Jan Gajda" userId="44ec69bc-7c51-442e-9fb8-e23cec7d728e" providerId="ADAL" clId="{E140FEBE-BC1C-4B6E-8A3B-6F68765ADD48}" dt="2026-04-18T16:40:03.010" v="188" actId="12789"/>
          <ac:picMkLst>
            <pc:docMk/>
            <pc:sldMk cId="2470576341" sldId="256"/>
            <ac:picMk id="125" creationId="{3CAB0E08-DF26-6043-BC53-746812E7F050}"/>
          </ac:picMkLst>
        </pc:picChg>
        <pc:picChg chg="mod">
          <ac:chgData name="Michal Jan Gajda" userId="44ec69bc-7c51-442e-9fb8-e23cec7d728e" providerId="ADAL" clId="{E140FEBE-BC1C-4B6E-8A3B-6F68765ADD48}" dt="2026-04-18T16:40:18.534" v="189" actId="1076"/>
          <ac:picMkLst>
            <pc:docMk/>
            <pc:sldMk cId="2470576341" sldId="256"/>
            <ac:picMk id="131" creationId="{135618AF-3247-157E-2C26-382AE430C518}"/>
          </ac:picMkLst>
        </pc:picChg>
        <pc:picChg chg="mod">
          <ac:chgData name="Michal Jan Gajda" userId="44ec69bc-7c51-442e-9fb8-e23cec7d728e" providerId="ADAL" clId="{E140FEBE-BC1C-4B6E-8A3B-6F68765ADD48}" dt="2026-04-18T16:46:19.976" v="269" actId="1076"/>
          <ac:picMkLst>
            <pc:docMk/>
            <pc:sldMk cId="2470576341" sldId="256"/>
            <ac:picMk id="155" creationId="{4387999D-7DC3-FA47-D8B9-338B534A83EA}"/>
          </ac:picMkLst>
        </pc:picChg>
        <pc:picChg chg="mod">
          <ac:chgData name="Michal Jan Gajda" userId="44ec69bc-7c51-442e-9fb8-e23cec7d728e" providerId="ADAL" clId="{E140FEBE-BC1C-4B6E-8A3B-6F68765ADD48}" dt="2026-04-18T16:46:29.964" v="284" actId="1037"/>
          <ac:picMkLst>
            <pc:docMk/>
            <pc:sldMk cId="2470576341" sldId="256"/>
            <ac:picMk id="160" creationId="{A80012DC-B04E-11B0-C70D-86E4EA278E3F}"/>
          </ac:picMkLst>
        </pc:picChg>
        <pc:cxnChg chg="add del mod">
          <ac:chgData name="Michal Jan Gajda" userId="44ec69bc-7c51-442e-9fb8-e23cec7d728e" providerId="ADAL" clId="{E140FEBE-BC1C-4B6E-8A3B-6F68765ADD48}" dt="2026-04-18T16:37:38.736" v="144" actId="478"/>
          <ac:cxnSpMkLst>
            <pc:docMk/>
            <pc:sldMk cId="2470576341" sldId="256"/>
            <ac:cxnSpMk id="2" creationId="{7A6ECD5A-0CC7-3AAB-BB9A-B626CE2CEE1C}"/>
          </ac:cxnSpMkLst>
        </pc:cxnChg>
        <pc:cxnChg chg="add mod">
          <ac:chgData name="Michal Jan Gajda" userId="44ec69bc-7c51-442e-9fb8-e23cec7d728e" providerId="ADAL" clId="{E140FEBE-BC1C-4B6E-8A3B-6F68765ADD48}" dt="2026-04-18T16:37:46.474" v="146" actId="14100"/>
          <ac:cxnSpMkLst>
            <pc:docMk/>
            <pc:sldMk cId="2470576341" sldId="256"/>
            <ac:cxnSpMk id="24" creationId="{F21963F7-4264-0AF0-6DF9-039AF8DDDC7F}"/>
          </ac:cxnSpMkLst>
        </pc:cxnChg>
        <pc:cxnChg chg="add mod">
          <ac:chgData name="Michal Jan Gajda" userId="44ec69bc-7c51-442e-9fb8-e23cec7d728e" providerId="ADAL" clId="{E140FEBE-BC1C-4B6E-8A3B-6F68765ADD48}" dt="2026-04-18T16:39:05.519" v="181" actId="14100"/>
          <ac:cxnSpMkLst>
            <pc:docMk/>
            <pc:sldMk cId="2470576341" sldId="256"/>
            <ac:cxnSpMk id="29" creationId="{3FAC87F6-44FC-5AD4-FD50-635C8271473B}"/>
          </ac:cxnSpMkLst>
        </pc:cxnChg>
        <pc:cxnChg chg="add del mod">
          <ac:chgData name="Michal Jan Gajda" userId="44ec69bc-7c51-442e-9fb8-e23cec7d728e" providerId="ADAL" clId="{E140FEBE-BC1C-4B6E-8A3B-6F68765ADD48}" dt="2026-04-18T16:40:22.477" v="191" actId="478"/>
          <ac:cxnSpMkLst>
            <pc:docMk/>
            <pc:sldMk cId="2470576341" sldId="256"/>
            <ac:cxnSpMk id="35" creationId="{A8931181-6A80-E9A1-DD69-7F14C69BF6D7}"/>
          </ac:cxnSpMkLst>
        </pc:cxnChg>
        <pc:cxnChg chg="add del mod">
          <ac:chgData name="Michal Jan Gajda" userId="44ec69bc-7c51-442e-9fb8-e23cec7d728e" providerId="ADAL" clId="{E140FEBE-BC1C-4B6E-8A3B-6F68765ADD48}" dt="2026-04-18T16:40:39.220" v="196" actId="11529"/>
          <ac:cxnSpMkLst>
            <pc:docMk/>
            <pc:sldMk cId="2470576341" sldId="256"/>
            <ac:cxnSpMk id="37" creationId="{4440C566-872F-61DD-F025-E1540D36D168}"/>
          </ac:cxnSpMkLst>
        </pc:cxnChg>
        <pc:cxnChg chg="add mod">
          <ac:chgData name="Michal Jan Gajda" userId="44ec69bc-7c51-442e-9fb8-e23cec7d728e" providerId="ADAL" clId="{E140FEBE-BC1C-4B6E-8A3B-6F68765ADD48}" dt="2026-04-18T16:41:57.648" v="208" actId="1076"/>
          <ac:cxnSpMkLst>
            <pc:docMk/>
            <pc:sldMk cId="2470576341" sldId="256"/>
            <ac:cxnSpMk id="40" creationId="{1317CB07-B9F1-FA0E-0460-D3DD2DCE7A48}"/>
          </ac:cxnSpMkLst>
        </pc:cxnChg>
        <pc:cxnChg chg="add mod">
          <ac:chgData name="Michal Jan Gajda" userId="44ec69bc-7c51-442e-9fb8-e23cec7d728e" providerId="ADAL" clId="{E140FEBE-BC1C-4B6E-8A3B-6F68765ADD48}" dt="2026-04-18T16:47:14.495" v="302" actId="1076"/>
          <ac:cxnSpMkLst>
            <pc:docMk/>
            <pc:sldMk cId="2470576341" sldId="256"/>
            <ac:cxnSpMk id="48" creationId="{350F9C43-F513-AA2B-A16C-B87F28165869}"/>
          </ac:cxnSpMkLst>
        </pc:cxnChg>
        <pc:cxnChg chg="del mod">
          <ac:chgData name="Michal Jan Gajda" userId="44ec69bc-7c51-442e-9fb8-e23cec7d728e" providerId="ADAL" clId="{E140FEBE-BC1C-4B6E-8A3B-6F68765ADD48}" dt="2026-04-18T16:37:53.377" v="147" actId="478"/>
          <ac:cxnSpMkLst>
            <pc:docMk/>
            <pc:sldMk cId="2470576341" sldId="256"/>
            <ac:cxnSpMk id="77" creationId="{49E80798-D4E8-5F24-188C-7399CB5951D6}"/>
          </ac:cxnSpMkLst>
        </pc:cxnChg>
        <pc:cxnChg chg="add del">
          <ac:chgData name="Michal Jan Gajda" userId="44ec69bc-7c51-442e-9fb8-e23cec7d728e" providerId="ADAL" clId="{E140FEBE-BC1C-4B6E-8A3B-6F68765ADD48}" dt="2026-04-18T16:26:34.896" v="48" actId="478"/>
          <ac:cxnSpMkLst>
            <pc:docMk/>
            <pc:sldMk cId="2470576341" sldId="256"/>
            <ac:cxnSpMk id="86" creationId="{FB45087A-EECA-7B11-D407-19B50883497F}"/>
          </ac:cxnSpMkLst>
        </pc:cxnChg>
        <pc:cxnChg chg="mod">
          <ac:chgData name="Michal Jan Gajda" userId="44ec69bc-7c51-442e-9fb8-e23cec7d728e" providerId="ADAL" clId="{E140FEBE-BC1C-4B6E-8A3B-6F68765ADD48}" dt="2026-04-18T16:46:41.911" v="287" actId="14100"/>
          <ac:cxnSpMkLst>
            <pc:docMk/>
            <pc:sldMk cId="2470576341" sldId="256"/>
            <ac:cxnSpMk id="89" creationId="{8D1BD9C3-23B5-DAF0-812A-C3F21CDAB6E4}"/>
          </ac:cxnSpMkLst>
        </pc:cxnChg>
        <pc:cxnChg chg="mod">
          <ac:chgData name="Michal Jan Gajda" userId="44ec69bc-7c51-442e-9fb8-e23cec7d728e" providerId="ADAL" clId="{E140FEBE-BC1C-4B6E-8A3B-6F68765ADD48}" dt="2026-04-18T16:33:19.393" v="110" actId="14100"/>
          <ac:cxnSpMkLst>
            <pc:docMk/>
            <pc:sldMk cId="2470576341" sldId="256"/>
            <ac:cxnSpMk id="90" creationId="{FD08F39E-76BB-45C0-1791-0CC900BCF990}"/>
          </ac:cxnSpMkLst>
        </pc:cxnChg>
        <pc:cxnChg chg="mod">
          <ac:chgData name="Michal Jan Gajda" userId="44ec69bc-7c51-442e-9fb8-e23cec7d728e" providerId="ADAL" clId="{E140FEBE-BC1C-4B6E-8A3B-6F68765ADD48}" dt="2026-04-18T16:35:01.581" v="137" actId="12789"/>
          <ac:cxnSpMkLst>
            <pc:docMk/>
            <pc:sldMk cId="2470576341" sldId="256"/>
            <ac:cxnSpMk id="91" creationId="{046D4D3E-39D4-E08D-46C0-2D80F68A64F6}"/>
          </ac:cxnSpMkLst>
        </pc:cxnChg>
        <pc:cxnChg chg="mod">
          <ac:chgData name="Michal Jan Gajda" userId="44ec69bc-7c51-442e-9fb8-e23cec7d728e" providerId="ADAL" clId="{E140FEBE-BC1C-4B6E-8A3B-6F68765ADD48}" dt="2026-04-18T16:35:01.581" v="137" actId="12789"/>
          <ac:cxnSpMkLst>
            <pc:docMk/>
            <pc:sldMk cId="2470576341" sldId="256"/>
            <ac:cxnSpMk id="92" creationId="{D6D1C01D-56C4-088F-6F49-99DCAC323848}"/>
          </ac:cxnSpMkLst>
        </pc:cxnChg>
        <pc:cxnChg chg="mod">
          <ac:chgData name="Michal Jan Gajda" userId="44ec69bc-7c51-442e-9fb8-e23cec7d728e" providerId="ADAL" clId="{E140FEBE-BC1C-4B6E-8A3B-6F68765ADD48}" dt="2026-04-18T16:23:39.852" v="31" actId="465"/>
          <ac:cxnSpMkLst>
            <pc:docMk/>
            <pc:sldMk cId="2470576341" sldId="256"/>
            <ac:cxnSpMk id="103" creationId="{30F0B232-AB24-BE6A-1313-641F187B49EE}"/>
          </ac:cxnSpMkLst>
        </pc:cxnChg>
        <pc:cxnChg chg="mod">
          <ac:chgData name="Michal Jan Gajda" userId="44ec69bc-7c51-442e-9fb8-e23cec7d728e" providerId="ADAL" clId="{E140FEBE-BC1C-4B6E-8A3B-6F68765ADD48}" dt="2026-04-18T16:46:53.474" v="290" actId="1076"/>
          <ac:cxnSpMkLst>
            <pc:docMk/>
            <pc:sldMk cId="2470576341" sldId="256"/>
            <ac:cxnSpMk id="108" creationId="{A0197A8E-C917-22E6-BEA7-A4B9D90B3234}"/>
          </ac:cxnSpMkLst>
        </pc:cxnChg>
        <pc:cxnChg chg="mod">
          <ac:chgData name="Michal Jan Gajda" userId="44ec69bc-7c51-442e-9fb8-e23cec7d728e" providerId="ADAL" clId="{E140FEBE-BC1C-4B6E-8A3B-6F68765ADD48}" dt="2026-04-18T16:47:28.143" v="362" actId="14100"/>
          <ac:cxnSpMkLst>
            <pc:docMk/>
            <pc:sldMk cId="2470576341" sldId="256"/>
            <ac:cxnSpMk id="110" creationId="{E67B9692-19D1-3610-5A0B-1C331B372B16}"/>
          </ac:cxnSpMkLst>
        </pc:cxnChg>
        <pc:cxnChg chg="del">
          <ac:chgData name="Michal Jan Gajda" userId="44ec69bc-7c51-442e-9fb8-e23cec7d728e" providerId="ADAL" clId="{E140FEBE-BC1C-4B6E-8A3B-6F68765ADD48}" dt="2026-04-18T16:39:19.404" v="185" actId="478"/>
          <ac:cxnSpMkLst>
            <pc:docMk/>
            <pc:sldMk cId="2470576341" sldId="256"/>
            <ac:cxnSpMk id="120" creationId="{FF4EEC87-8F20-F2A0-41FA-9975413D870A}"/>
          </ac:cxnSpMkLst>
        </pc:cxnChg>
        <pc:cxnChg chg="mod">
          <ac:chgData name="Michal Jan Gajda" userId="44ec69bc-7c51-442e-9fb8-e23cec7d728e" providerId="ADAL" clId="{E140FEBE-BC1C-4B6E-8A3B-6F68765ADD48}" dt="2026-04-18T16:31:27.364" v="97" actId="1076"/>
          <ac:cxnSpMkLst>
            <pc:docMk/>
            <pc:sldMk cId="2470576341" sldId="256"/>
            <ac:cxnSpMk id="132" creationId="{93DEA70C-11A4-26FA-CB05-97C900A386D0}"/>
          </ac:cxnSpMkLst>
        </pc:cxnChg>
        <pc:cxnChg chg="del">
          <ac:chgData name="Michal Jan Gajda" userId="44ec69bc-7c51-442e-9fb8-e23cec7d728e" providerId="ADAL" clId="{E140FEBE-BC1C-4B6E-8A3B-6F68765ADD48}" dt="2026-04-18T16:37:39.780" v="145" actId="478"/>
          <ac:cxnSpMkLst>
            <pc:docMk/>
            <pc:sldMk cId="2470576341" sldId="256"/>
            <ac:cxnSpMk id="137" creationId="{4F6BB34D-C8BE-30C4-95E1-3D8E25949670}"/>
          </ac:cxnSpMkLst>
        </pc:cxnChg>
        <pc:cxnChg chg="add del">
          <ac:chgData name="Michal Jan Gajda" userId="44ec69bc-7c51-442e-9fb8-e23cec7d728e" providerId="ADAL" clId="{E140FEBE-BC1C-4B6E-8A3B-6F68765ADD48}" dt="2026-04-18T16:45:51.952" v="266" actId="478"/>
          <ac:cxnSpMkLst>
            <pc:docMk/>
            <pc:sldMk cId="2470576341" sldId="256"/>
            <ac:cxnSpMk id="141" creationId="{469D9899-91C7-F6E7-A2A6-D97E00808839}"/>
          </ac:cxnSpMkLst>
        </pc:cxnChg>
        <pc:cxnChg chg="del">
          <ac:chgData name="Michal Jan Gajda" userId="44ec69bc-7c51-442e-9fb8-e23cec7d728e" providerId="ADAL" clId="{E140FEBE-BC1C-4B6E-8A3B-6F68765ADD48}" dt="2026-04-18T16:39:41.254" v="186" actId="478"/>
          <ac:cxnSpMkLst>
            <pc:docMk/>
            <pc:sldMk cId="2470576341" sldId="256"/>
            <ac:cxnSpMk id="142" creationId="{D1C716F9-A63A-43BD-D5F5-B7ABD9A37659}"/>
          </ac:cxnSpMkLst>
        </pc:cxnChg>
        <pc:cxnChg chg="add del mod">
          <ac:chgData name="Michal Jan Gajda" userId="44ec69bc-7c51-442e-9fb8-e23cec7d728e" providerId="ADAL" clId="{E140FEBE-BC1C-4B6E-8A3B-6F68765ADD48}" dt="2026-04-18T16:47:23.420" v="360" actId="1035"/>
          <ac:cxnSpMkLst>
            <pc:docMk/>
            <pc:sldMk cId="2470576341" sldId="256"/>
            <ac:cxnSpMk id="145" creationId="{CEDF56C2-A6A2-5445-CD8E-3AEB88302D2B}"/>
          </ac:cxnSpMkLst>
        </pc:cxnChg>
        <pc:cxnChg chg="mod">
          <ac:chgData name="Michal Jan Gajda" userId="44ec69bc-7c51-442e-9fb8-e23cec7d728e" providerId="ADAL" clId="{E140FEBE-BC1C-4B6E-8A3B-6F68765ADD48}" dt="2026-04-18T16:35:01.581" v="137" actId="12789"/>
          <ac:cxnSpMkLst>
            <pc:docMk/>
            <pc:sldMk cId="2470576341" sldId="256"/>
            <ac:cxnSpMk id="147" creationId="{211FD106-B506-B16F-935F-5105D354AD30}"/>
          </ac:cxnSpMkLst>
        </pc:cxnChg>
        <pc:cxnChg chg="del mod">
          <ac:chgData name="Michal Jan Gajda" userId="44ec69bc-7c51-442e-9fb8-e23cec7d728e" providerId="ADAL" clId="{E140FEBE-BC1C-4B6E-8A3B-6F68765ADD48}" dt="2026-04-18T16:40:26.089" v="192" actId="478"/>
          <ac:cxnSpMkLst>
            <pc:docMk/>
            <pc:sldMk cId="2470576341" sldId="256"/>
            <ac:cxnSpMk id="149" creationId="{22647B2F-8272-9CE6-310F-10CDF7F45156}"/>
          </ac:cxnSpMkLst>
        </pc:cxnChg>
        <pc:cxnChg chg="del">
          <ac:chgData name="Michal Jan Gajda" userId="44ec69bc-7c51-442e-9fb8-e23cec7d728e" providerId="ADAL" clId="{E140FEBE-BC1C-4B6E-8A3B-6F68765ADD48}" dt="2026-04-18T16:45:22.895" v="248" actId="478"/>
          <ac:cxnSpMkLst>
            <pc:docMk/>
            <pc:sldMk cId="2470576341" sldId="256"/>
            <ac:cxnSpMk id="151" creationId="{F6C28FE1-C106-1432-DACD-95189EC16388}"/>
          </ac:cxnSpMkLst>
        </pc:cxnChg>
        <pc:cxnChg chg="mod">
          <ac:chgData name="Michal Jan Gajda" userId="44ec69bc-7c51-442e-9fb8-e23cec7d728e" providerId="ADAL" clId="{E140FEBE-BC1C-4B6E-8A3B-6F68765ADD48}" dt="2026-04-18T16:46:29.964" v="284" actId="1037"/>
          <ac:cxnSpMkLst>
            <pc:docMk/>
            <pc:sldMk cId="2470576341" sldId="256"/>
            <ac:cxnSpMk id="157" creationId="{B915FBB9-9CF7-653C-A75E-7ACF1AD58C9B}"/>
          </ac:cxnSpMkLst>
        </pc:cxnChg>
      </pc:sldChg>
    </pc:docChg>
  </pc:docChgLst>
  <pc:docChgLst>
    <pc:chgData name="Michal Jan Gajda" userId="44ec69bc-7c51-442e-9fb8-e23cec7d728e" providerId="ADAL" clId="{D1D4C124-314B-534E-A27A-2CE09AFC5016}"/>
    <pc:docChg chg="modSld">
      <pc:chgData name="Michal Jan Gajda" userId="44ec69bc-7c51-442e-9fb8-e23cec7d728e" providerId="ADAL" clId="{D1D4C124-314B-534E-A27A-2CE09AFC5016}" dt="2026-04-18T16:15:31.062" v="14" actId="20577"/>
      <pc:docMkLst>
        <pc:docMk/>
      </pc:docMkLst>
      <pc:sldChg chg="modSp mod">
        <pc:chgData name="Michal Jan Gajda" userId="44ec69bc-7c51-442e-9fb8-e23cec7d728e" providerId="ADAL" clId="{D1D4C124-314B-534E-A27A-2CE09AFC5016}" dt="2026-04-18T16:15:31.062" v="14" actId="20577"/>
        <pc:sldMkLst>
          <pc:docMk/>
          <pc:sldMk cId="2470576341" sldId="256"/>
        </pc:sldMkLst>
        <pc:spChg chg="mod">
          <ac:chgData name="Michal Jan Gajda" userId="44ec69bc-7c51-442e-9fb8-e23cec7d728e" providerId="ADAL" clId="{D1D4C124-314B-534E-A27A-2CE09AFC5016}" dt="2026-04-18T16:15:31.062" v="14" actId="20577"/>
          <ac:spMkLst>
            <pc:docMk/>
            <pc:sldMk cId="2470576341" sldId="256"/>
            <ac:spMk id="109" creationId="{40F3A1D6-10E0-7FB6-68A0-75607326132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0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>
                    <a:tint val="82000"/>
                  </a:schemeClr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82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73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13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0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3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84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10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5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3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1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4720D-ACA3-604B-9172-5B77D8415C7D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F6924-3B5D-0647-AFD4-79D15E88C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7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C7D65-32C7-A7B7-BAAF-2883B072D608}"/>
              </a:ext>
            </a:extLst>
          </p:cNvPr>
          <p:cNvSpPr/>
          <p:nvPr/>
        </p:nvSpPr>
        <p:spPr>
          <a:xfrm>
            <a:off x="1342702" y="935161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220B1B-34A5-B82A-8CA2-7FE57F3BBB9F}"/>
              </a:ext>
            </a:extLst>
          </p:cNvPr>
          <p:cNvSpPr/>
          <p:nvPr/>
        </p:nvSpPr>
        <p:spPr>
          <a:xfrm>
            <a:off x="2257102" y="9351610"/>
            <a:ext cx="914400" cy="91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02A147-5CC9-84FB-FDCC-C65AD74C3C47}"/>
              </a:ext>
            </a:extLst>
          </p:cNvPr>
          <p:cNvSpPr/>
          <p:nvPr/>
        </p:nvSpPr>
        <p:spPr>
          <a:xfrm>
            <a:off x="3171502" y="9351610"/>
            <a:ext cx="914400" cy="914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D6E63-D0F1-D580-F3C6-8397E54FCFD4}"/>
              </a:ext>
            </a:extLst>
          </p:cNvPr>
          <p:cNvSpPr/>
          <p:nvPr/>
        </p:nvSpPr>
        <p:spPr>
          <a:xfrm>
            <a:off x="4085902" y="9351610"/>
            <a:ext cx="914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7DB626-8358-5935-6148-19B840231B8E}"/>
              </a:ext>
            </a:extLst>
          </p:cNvPr>
          <p:cNvSpPr/>
          <p:nvPr/>
        </p:nvSpPr>
        <p:spPr>
          <a:xfrm>
            <a:off x="5018231" y="9351610"/>
            <a:ext cx="91440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5FFEF-1527-B64F-3834-A8B7DC73BCB4}"/>
              </a:ext>
            </a:extLst>
          </p:cNvPr>
          <p:cNvSpPr txBox="1"/>
          <p:nvPr/>
        </p:nvSpPr>
        <p:spPr>
          <a:xfrm>
            <a:off x="1342702" y="7914036"/>
            <a:ext cx="457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2D Protein Sequence</a:t>
            </a:r>
          </a:p>
        </p:txBody>
      </p:sp>
      <p:sp>
        <p:nvSpPr>
          <p:cNvPr id="12" name="Plus 11">
            <a:extLst>
              <a:ext uri="{FF2B5EF4-FFF2-40B4-BE49-F238E27FC236}">
                <a16:creationId xmlns:a16="http://schemas.microsoft.com/office/drawing/2014/main" id="{C57EA2AE-AEE3-A6C6-B654-02ED7A98F9C6}"/>
              </a:ext>
            </a:extLst>
          </p:cNvPr>
          <p:cNvSpPr/>
          <p:nvPr/>
        </p:nvSpPr>
        <p:spPr>
          <a:xfrm>
            <a:off x="2808645" y="10465581"/>
            <a:ext cx="1643743" cy="1643743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2843B62-E38E-02EB-B85C-B5EE7C76C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936" t="26284" r="6116" b="20168"/>
          <a:stretch>
            <a:fillRect/>
          </a:stretch>
        </p:blipFill>
        <p:spPr>
          <a:xfrm>
            <a:off x="1339487" y="13121696"/>
            <a:ext cx="4705844" cy="29318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D1DDE8-6C51-954F-95CB-B8320A3EFAA3}"/>
              </a:ext>
            </a:extLst>
          </p:cNvPr>
          <p:cNvSpPr txBox="1"/>
          <p:nvPr/>
        </p:nvSpPr>
        <p:spPr>
          <a:xfrm>
            <a:off x="1342702" y="11978036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Chromophore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B6BE7D-D1EA-67D0-5778-E258B39511C6}"/>
              </a:ext>
            </a:extLst>
          </p:cNvPr>
          <p:cNvSpPr txBox="1"/>
          <p:nvPr/>
        </p:nvSpPr>
        <p:spPr>
          <a:xfrm>
            <a:off x="6983442" y="7479676"/>
            <a:ext cx="3622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ESM Encoding</a:t>
            </a:r>
          </a:p>
        </p:txBody>
      </p:sp>
      <p:pic>
        <p:nvPicPr>
          <p:cNvPr id="42" name="Graphic 41" descr="Processor with solid fill">
            <a:extLst>
              <a:ext uri="{FF2B5EF4-FFF2-40B4-BE49-F238E27FC236}">
                <a16:creationId xmlns:a16="http://schemas.microsoft.com/office/drawing/2014/main" id="{F3242D43-FD53-1F6B-1CFF-176166C630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8729" y="7285337"/>
            <a:ext cx="1828173" cy="182817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C401232-817C-461B-150C-EFBC9A409D0F}"/>
              </a:ext>
            </a:extLst>
          </p:cNvPr>
          <p:cNvSpPr txBox="1"/>
          <p:nvPr/>
        </p:nvSpPr>
        <p:spPr>
          <a:xfrm>
            <a:off x="12167257" y="6864123"/>
            <a:ext cx="29363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Residue Embedding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3A6661-29B0-6D2F-E842-F8A4F51976F5}"/>
              </a:ext>
            </a:extLst>
          </p:cNvPr>
          <p:cNvSpPr txBox="1"/>
          <p:nvPr/>
        </p:nvSpPr>
        <p:spPr>
          <a:xfrm>
            <a:off x="17385462" y="6864123"/>
            <a:ext cx="26142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Mean Pooling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ED477D63-F0B3-F859-0576-9952B7CA9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0991" y="7379389"/>
            <a:ext cx="1640068" cy="164006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CB03130-EB71-F128-58EE-331AA4925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67154" y="7997849"/>
            <a:ext cx="2351697" cy="40314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D944585-1BF1-DB2E-2BE9-D7F9D39652D3}"/>
              </a:ext>
            </a:extLst>
          </p:cNvPr>
          <p:cNvSpPr txBox="1"/>
          <p:nvPr/>
        </p:nvSpPr>
        <p:spPr>
          <a:xfrm>
            <a:off x="19306290" y="8504101"/>
            <a:ext cx="4350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1280D Protein Embedding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C9A01B-1FC4-0A36-D6D9-B9C7ECB9EC50}"/>
              </a:ext>
            </a:extLst>
          </p:cNvPr>
          <p:cNvSpPr txBox="1"/>
          <p:nvPr/>
        </p:nvSpPr>
        <p:spPr>
          <a:xfrm>
            <a:off x="7038354" y="10160675"/>
            <a:ext cx="4164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T-Scale Lookup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3AF3722-F113-5DBD-550B-D5F53626916C}"/>
              </a:ext>
            </a:extLst>
          </p:cNvPr>
          <p:cNvSpPr txBox="1"/>
          <p:nvPr/>
        </p:nvSpPr>
        <p:spPr>
          <a:xfrm>
            <a:off x="13398029" y="9604290"/>
            <a:ext cx="35744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Statistical Pooling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5C139528-B824-C667-A905-0070B473A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517135" y="10102646"/>
            <a:ext cx="1643742" cy="1643742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86662C84-5B29-6228-5E44-1BAD03C8CA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17597773" y="10672934"/>
            <a:ext cx="2459920" cy="50316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5EBF3B63-02CA-C924-3F2A-52B42188B3C8}"/>
              </a:ext>
            </a:extLst>
          </p:cNvPr>
          <p:cNvSpPr txBox="1"/>
          <p:nvPr/>
        </p:nvSpPr>
        <p:spPr>
          <a:xfrm>
            <a:off x="16635937" y="11377871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20D protein vector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D1BD9C3-23B5-DAF0-812A-C3F21CDAB6E4}"/>
              </a:ext>
            </a:extLst>
          </p:cNvPr>
          <p:cNvCxnSpPr>
            <a:cxnSpLocks/>
          </p:cNvCxnSpPr>
          <p:nvPr/>
        </p:nvCxnSpPr>
        <p:spPr>
          <a:xfrm>
            <a:off x="12406902" y="16412675"/>
            <a:ext cx="468313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D08F39E-76BB-45C0-1791-0CC900BCF990}"/>
              </a:ext>
            </a:extLst>
          </p:cNvPr>
          <p:cNvCxnSpPr>
            <a:cxnSpLocks/>
          </p:cNvCxnSpPr>
          <p:nvPr/>
        </p:nvCxnSpPr>
        <p:spPr>
          <a:xfrm>
            <a:off x="12313283" y="8199423"/>
            <a:ext cx="281571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46D4D3E-39D4-E08D-46C0-2D80F68A64F6}"/>
              </a:ext>
            </a:extLst>
          </p:cNvPr>
          <p:cNvCxnSpPr>
            <a:cxnSpLocks/>
          </p:cNvCxnSpPr>
          <p:nvPr/>
        </p:nvCxnSpPr>
        <p:spPr>
          <a:xfrm>
            <a:off x="7065436" y="10924517"/>
            <a:ext cx="416527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6D1C01D-56C4-088F-6F49-99DCAC323848}"/>
              </a:ext>
            </a:extLst>
          </p:cNvPr>
          <p:cNvCxnSpPr>
            <a:cxnSpLocks/>
          </p:cNvCxnSpPr>
          <p:nvPr/>
        </p:nvCxnSpPr>
        <p:spPr>
          <a:xfrm>
            <a:off x="13409163" y="10924517"/>
            <a:ext cx="368087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6" name="Graphic 95" descr="Smiling face outline with solid fill">
            <a:extLst>
              <a:ext uri="{FF2B5EF4-FFF2-40B4-BE49-F238E27FC236}">
                <a16:creationId xmlns:a16="http://schemas.microsoft.com/office/drawing/2014/main" id="{203FAA89-B5C2-2299-6A9E-5222DDCE22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30165" y="12883170"/>
            <a:ext cx="1643742" cy="1643742"/>
          </a:xfrm>
          <a:prstGeom prst="rect">
            <a:avLst/>
          </a:prstGeom>
        </p:spPr>
      </p:pic>
      <p:pic>
        <p:nvPicPr>
          <p:cNvPr id="98" name="Graphic 97" descr="Qr Code with solid fill">
            <a:extLst>
              <a:ext uri="{FF2B5EF4-FFF2-40B4-BE49-F238E27FC236}">
                <a16:creationId xmlns:a16="http://schemas.microsoft.com/office/drawing/2014/main" id="{52EE91CF-384B-7DD8-AAE9-4BBF282E73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50252" y="12860662"/>
            <a:ext cx="1643741" cy="1643741"/>
          </a:xfrm>
          <a:prstGeom prst="rect">
            <a:avLst/>
          </a:prstGeom>
        </p:spPr>
      </p:pic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F0B232-AB24-BE6A-1313-641F187B49EE}"/>
              </a:ext>
            </a:extLst>
          </p:cNvPr>
          <p:cNvCxnSpPr>
            <a:cxnSpLocks/>
          </p:cNvCxnSpPr>
          <p:nvPr/>
        </p:nvCxnSpPr>
        <p:spPr>
          <a:xfrm>
            <a:off x="7048503" y="13660928"/>
            <a:ext cx="363431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4072F602-F50B-D009-C61C-EB1E9FD75C92}"/>
              </a:ext>
            </a:extLst>
          </p:cNvPr>
          <p:cNvSpPr txBox="1"/>
          <p:nvPr/>
        </p:nvSpPr>
        <p:spPr>
          <a:xfrm>
            <a:off x="7079670" y="12319278"/>
            <a:ext cx="36274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SMILES Representation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197A8E-C917-22E6-BEA7-A4B9D90B3234}"/>
              </a:ext>
            </a:extLst>
          </p:cNvPr>
          <p:cNvCxnSpPr>
            <a:cxnSpLocks/>
          </p:cNvCxnSpPr>
          <p:nvPr/>
        </p:nvCxnSpPr>
        <p:spPr>
          <a:xfrm>
            <a:off x="12339005" y="13674337"/>
            <a:ext cx="261427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40F3A1D6-10E0-7FB6-68A0-75607326132A}"/>
              </a:ext>
            </a:extLst>
          </p:cNvPr>
          <p:cNvSpPr txBox="1"/>
          <p:nvPr/>
        </p:nvSpPr>
        <p:spPr>
          <a:xfrm>
            <a:off x="12126480" y="12343021"/>
            <a:ext cx="29563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RNN Encoder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67B9692-19D1-3610-5A0B-1C331B372B16}"/>
              </a:ext>
            </a:extLst>
          </p:cNvPr>
          <p:cNvCxnSpPr>
            <a:cxnSpLocks/>
          </p:cNvCxnSpPr>
          <p:nvPr/>
        </p:nvCxnSpPr>
        <p:spPr>
          <a:xfrm>
            <a:off x="16806073" y="13607025"/>
            <a:ext cx="284180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225DA475-2FC9-A44A-A7FB-4D4DDDCD8F70}"/>
              </a:ext>
            </a:extLst>
          </p:cNvPr>
          <p:cNvSpPr txBox="1"/>
          <p:nvPr/>
        </p:nvSpPr>
        <p:spPr>
          <a:xfrm>
            <a:off x="16568663" y="12241863"/>
            <a:ext cx="3197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Feature Vector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36152C27-808D-66D0-A6E2-67A7CC997F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91572" y="13337936"/>
            <a:ext cx="2459920" cy="503165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DA653333-9CF9-3073-1C1F-67AB38570810}"/>
              </a:ext>
            </a:extLst>
          </p:cNvPr>
          <p:cNvSpPr txBox="1"/>
          <p:nvPr/>
        </p:nvSpPr>
        <p:spPr>
          <a:xfrm>
            <a:off x="7073607" y="15072314"/>
            <a:ext cx="35380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Experimental Features</a:t>
            </a:r>
          </a:p>
        </p:txBody>
      </p:sp>
      <p:pic>
        <p:nvPicPr>
          <p:cNvPr id="125" name="Graphic 124" descr="Microscope with solid fill">
            <a:extLst>
              <a:ext uri="{FF2B5EF4-FFF2-40B4-BE49-F238E27FC236}">
                <a16:creationId xmlns:a16="http://schemas.microsoft.com/office/drawing/2014/main" id="{3CAB0E08-DF26-6043-BC53-746812E7F0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95717" y="15663694"/>
            <a:ext cx="1323429" cy="1323429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135618AF-3247-157E-2C26-382AE430C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57444" y="16176445"/>
            <a:ext cx="2459920" cy="503165"/>
          </a:xfrm>
          <a:prstGeom prst="rect">
            <a:avLst/>
          </a:prstGeom>
        </p:spPr>
      </p:pic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3DEA70C-11A4-26FA-CB05-97C900A386D0}"/>
              </a:ext>
            </a:extLst>
          </p:cNvPr>
          <p:cNvCxnSpPr>
            <a:cxnSpLocks/>
          </p:cNvCxnSpPr>
          <p:nvPr/>
        </p:nvCxnSpPr>
        <p:spPr>
          <a:xfrm>
            <a:off x="17400722" y="8199423"/>
            <a:ext cx="261427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E94D2AA5-AEC7-4B02-DDE2-7A39294CAC33}"/>
              </a:ext>
            </a:extLst>
          </p:cNvPr>
          <p:cNvSpPr txBox="1"/>
          <p:nvPr/>
        </p:nvSpPr>
        <p:spPr>
          <a:xfrm>
            <a:off x="13026738" y="15659856"/>
            <a:ext cx="3288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Normalization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CEDF56C2-A6A2-5445-CD8E-3AEB88302D2B}"/>
              </a:ext>
            </a:extLst>
          </p:cNvPr>
          <p:cNvCxnSpPr>
            <a:cxnSpLocks/>
          </p:cNvCxnSpPr>
          <p:nvPr/>
        </p:nvCxnSpPr>
        <p:spPr>
          <a:xfrm flipH="1" flipV="1">
            <a:off x="22854722" y="13575408"/>
            <a:ext cx="903999" cy="28222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11FD106-B506-B16F-935F-5105D354AD30}"/>
              </a:ext>
            </a:extLst>
          </p:cNvPr>
          <p:cNvCxnSpPr>
            <a:cxnSpLocks/>
          </p:cNvCxnSpPr>
          <p:nvPr/>
        </p:nvCxnSpPr>
        <p:spPr>
          <a:xfrm flipH="1" flipV="1">
            <a:off x="20367154" y="10916717"/>
            <a:ext cx="3391567" cy="1560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26935ADC-AB7C-F80D-C093-4E8CD21E1BF4}"/>
              </a:ext>
            </a:extLst>
          </p:cNvPr>
          <p:cNvSpPr txBox="1"/>
          <p:nvPr/>
        </p:nvSpPr>
        <p:spPr>
          <a:xfrm>
            <a:off x="23758721" y="12178952"/>
            <a:ext cx="3259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Concatenation</a:t>
            </a: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4387999D-7DC3-FA47-D8B9-338B534A83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4705533" y="12588038"/>
            <a:ext cx="5535716" cy="474490"/>
          </a:xfrm>
          <a:prstGeom prst="rect">
            <a:avLst/>
          </a:prstGeom>
        </p:spPr>
      </p:pic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B915FBB9-9CF7-653C-A75E-7ACF1AD58C9B}"/>
              </a:ext>
            </a:extLst>
          </p:cNvPr>
          <p:cNvCxnSpPr>
            <a:cxnSpLocks/>
          </p:cNvCxnSpPr>
          <p:nvPr/>
        </p:nvCxnSpPr>
        <p:spPr>
          <a:xfrm>
            <a:off x="27989770" y="12897543"/>
            <a:ext cx="346535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3FDCD5A2-ACAE-AAFF-D7F6-201B3D0F2B30}"/>
              </a:ext>
            </a:extLst>
          </p:cNvPr>
          <p:cNvSpPr txBox="1"/>
          <p:nvPr/>
        </p:nvSpPr>
        <p:spPr>
          <a:xfrm>
            <a:off x="28135185" y="11674695"/>
            <a:ext cx="3259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Machine Learning Model</a:t>
            </a:r>
          </a:p>
        </p:txBody>
      </p:sp>
      <p:pic>
        <p:nvPicPr>
          <p:cNvPr id="160" name="Graphic 159" descr="Computer with solid fill">
            <a:extLst>
              <a:ext uri="{FF2B5EF4-FFF2-40B4-BE49-F238E27FC236}">
                <a16:creationId xmlns:a16="http://schemas.microsoft.com/office/drawing/2014/main" id="{A80012DC-B04E-11B0-C70D-86E4EA278E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940092" y="11890353"/>
            <a:ext cx="1923143" cy="1923143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21963F7-4264-0AF0-6DF9-039AF8DDDC7F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6414291" y="8199424"/>
            <a:ext cx="4164438" cy="3979528"/>
          </a:xfrm>
          <a:prstGeom prst="bentConnector3">
            <a:avLst>
              <a:gd name="adj1" fmla="val 14868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FAC87F6-44FC-5AD4-FD50-635C8271473B}"/>
              </a:ext>
            </a:extLst>
          </p:cNvPr>
          <p:cNvCxnSpPr>
            <a:cxnSpLocks/>
          </p:cNvCxnSpPr>
          <p:nvPr/>
        </p:nvCxnSpPr>
        <p:spPr>
          <a:xfrm>
            <a:off x="6414291" y="12189112"/>
            <a:ext cx="4303989" cy="4223563"/>
          </a:xfrm>
          <a:prstGeom prst="bentConnector3">
            <a:avLst>
              <a:gd name="adj1" fmla="val 1445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1317CB07-B9F1-FA0E-0460-D3DD2DCE7A48}"/>
              </a:ext>
            </a:extLst>
          </p:cNvPr>
          <p:cNvCxnSpPr>
            <a:cxnSpLocks/>
          </p:cNvCxnSpPr>
          <p:nvPr/>
        </p:nvCxnSpPr>
        <p:spPr>
          <a:xfrm flipV="1">
            <a:off x="20545072" y="12921638"/>
            <a:ext cx="6294817" cy="3491037"/>
          </a:xfrm>
          <a:prstGeom prst="bentConnector3">
            <a:avLst>
              <a:gd name="adj1" fmla="val 50552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50F9C43-F513-AA2B-A16C-B87F28165869}"/>
              </a:ext>
            </a:extLst>
          </p:cNvPr>
          <p:cNvCxnSpPr>
            <a:cxnSpLocks/>
          </p:cNvCxnSpPr>
          <p:nvPr/>
        </p:nvCxnSpPr>
        <p:spPr>
          <a:xfrm>
            <a:off x="22912680" y="8168943"/>
            <a:ext cx="3931920" cy="4757880"/>
          </a:xfrm>
          <a:prstGeom prst="bentConnector3">
            <a:avLst>
              <a:gd name="adj1" fmla="val 20725"/>
            </a:avLst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576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38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Jan Gajda</dc:creator>
  <cp:lastModifiedBy>Michal Jan Gajda</cp:lastModifiedBy>
  <cp:revision>1</cp:revision>
  <cp:lastPrinted>2026-04-18T15:40:09Z</cp:lastPrinted>
  <dcterms:created xsi:type="dcterms:W3CDTF">2026-04-18T14:13:32Z</dcterms:created>
  <dcterms:modified xsi:type="dcterms:W3CDTF">2026-04-18T16:48:20Z</dcterms:modified>
</cp:coreProperties>
</file>