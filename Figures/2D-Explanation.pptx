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94"/>
  </p:normalViewPr>
  <p:slideViewPr>
    <p:cSldViewPr snapToGrid="0">
      <p:cViewPr>
        <p:scale>
          <a:sx n="35" d="100"/>
          <a:sy n="35" d="100"/>
        </p:scale>
        <p:origin x="-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l Jan Gajda" userId="44ec69bc-7c51-442e-9fb8-e23cec7d728e" providerId="ADAL" clId="{D1D4C124-314B-534E-A27A-2CE09AFC5016}"/>
    <pc:docChg chg="modSld">
      <pc:chgData name="Michal Jan Gajda" userId="44ec69bc-7c51-442e-9fb8-e23cec7d728e" providerId="ADAL" clId="{D1D4C124-314B-534E-A27A-2CE09AFC5016}" dt="2026-04-18T16:15:31.062" v="14" actId="20577"/>
      <pc:docMkLst>
        <pc:docMk/>
      </pc:docMkLst>
      <pc:sldChg chg="modSp mod">
        <pc:chgData name="Michal Jan Gajda" userId="44ec69bc-7c51-442e-9fb8-e23cec7d728e" providerId="ADAL" clId="{D1D4C124-314B-534E-A27A-2CE09AFC5016}" dt="2026-04-18T16:15:31.062" v="14" actId="20577"/>
        <pc:sldMkLst>
          <pc:docMk/>
          <pc:sldMk cId="2470576341" sldId="256"/>
        </pc:sldMkLst>
        <pc:spChg chg="mod">
          <ac:chgData name="Michal Jan Gajda" userId="44ec69bc-7c51-442e-9fb8-e23cec7d728e" providerId="ADAL" clId="{D1D4C124-314B-534E-A27A-2CE09AFC5016}" dt="2026-04-18T16:15:31.062" v="14" actId="20577"/>
          <ac:spMkLst>
            <pc:docMk/>
            <pc:sldMk cId="2470576341" sldId="256"/>
            <ac:spMk id="109" creationId="{40F3A1D6-10E0-7FB6-68A0-7560732613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5891626"/>
            <a:ext cx="30599777" cy="12533242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8908198"/>
            <a:ext cx="26999804" cy="8691601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308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2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8974945"/>
            <a:ext cx="31049774" cy="14974888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24091502"/>
            <a:ext cx="31049774" cy="7874940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>
                    <a:tint val="82000"/>
                  </a:schemeClr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82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82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47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913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916661"/>
            <a:ext cx="31049774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8824938"/>
            <a:ext cx="15229574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3149904"/>
            <a:ext cx="15229574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8824938"/>
            <a:ext cx="15304578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3149904"/>
            <a:ext cx="15304578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07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03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84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5183304"/>
            <a:ext cx="18224867" cy="25583147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310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5183304"/>
            <a:ext cx="18224867" cy="25583147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55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916653"/>
            <a:ext cx="7762444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916653"/>
            <a:ext cx="22837334" cy="3050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15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61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F4720D-ACA3-604B-9172-5B77D8415C7D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32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F6924-3B5D-0647-AFD4-79D15E88C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7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CAC7D65-32C7-A7B7-BAAF-2883B072D608}"/>
              </a:ext>
            </a:extLst>
          </p:cNvPr>
          <p:cNvSpPr/>
          <p:nvPr/>
        </p:nvSpPr>
        <p:spPr>
          <a:xfrm>
            <a:off x="1465943" y="1041762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220B1B-34A5-B82A-8CA2-7FE57F3BBB9F}"/>
              </a:ext>
            </a:extLst>
          </p:cNvPr>
          <p:cNvSpPr/>
          <p:nvPr/>
        </p:nvSpPr>
        <p:spPr>
          <a:xfrm>
            <a:off x="2380343" y="10417629"/>
            <a:ext cx="914400" cy="9144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V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02A147-5CC9-84FB-FDCC-C65AD74C3C47}"/>
              </a:ext>
            </a:extLst>
          </p:cNvPr>
          <p:cNvSpPr/>
          <p:nvPr/>
        </p:nvSpPr>
        <p:spPr>
          <a:xfrm>
            <a:off x="3294743" y="10417629"/>
            <a:ext cx="9144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D6E63-D0F1-D580-F3C6-8397E54FCFD4}"/>
              </a:ext>
            </a:extLst>
          </p:cNvPr>
          <p:cNvSpPr/>
          <p:nvPr/>
        </p:nvSpPr>
        <p:spPr>
          <a:xfrm>
            <a:off x="4209143" y="10417629"/>
            <a:ext cx="914400" cy="914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7DB626-8358-5935-6148-19B840231B8E}"/>
              </a:ext>
            </a:extLst>
          </p:cNvPr>
          <p:cNvSpPr/>
          <p:nvPr/>
        </p:nvSpPr>
        <p:spPr>
          <a:xfrm>
            <a:off x="5141472" y="10417629"/>
            <a:ext cx="914400" cy="9144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5FFEF-1527-B64F-3834-A8B7DC73BCB4}"/>
              </a:ext>
            </a:extLst>
          </p:cNvPr>
          <p:cNvSpPr txBox="1"/>
          <p:nvPr/>
        </p:nvSpPr>
        <p:spPr>
          <a:xfrm>
            <a:off x="1465943" y="8980055"/>
            <a:ext cx="457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2D Protein Sequence</a:t>
            </a:r>
          </a:p>
        </p:txBody>
      </p:sp>
      <p:sp>
        <p:nvSpPr>
          <p:cNvPr id="12" name="Plus 11">
            <a:extLst>
              <a:ext uri="{FF2B5EF4-FFF2-40B4-BE49-F238E27FC236}">
                <a16:creationId xmlns:a16="http://schemas.microsoft.com/office/drawing/2014/main" id="{C57EA2AE-AEE3-A6C6-B654-02ED7A98F9C6}"/>
              </a:ext>
            </a:extLst>
          </p:cNvPr>
          <p:cNvSpPr/>
          <p:nvPr/>
        </p:nvSpPr>
        <p:spPr>
          <a:xfrm>
            <a:off x="2931886" y="11531600"/>
            <a:ext cx="1643743" cy="1643743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62843B62-E38E-02EB-B85C-B5EE7C76C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936" t="26284" r="6116" b="20168"/>
          <a:stretch>
            <a:fillRect/>
          </a:stretch>
        </p:blipFill>
        <p:spPr>
          <a:xfrm>
            <a:off x="1462728" y="14187715"/>
            <a:ext cx="4705844" cy="29318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FD1DDE8-6C51-954F-95CB-B8320A3EFAA3}"/>
              </a:ext>
            </a:extLst>
          </p:cNvPr>
          <p:cNvSpPr txBox="1"/>
          <p:nvPr/>
        </p:nvSpPr>
        <p:spPr>
          <a:xfrm>
            <a:off x="1465943" y="13044055"/>
            <a:ext cx="457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Chromophore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B6BE7D-D1EA-67D0-5778-E258B39511C6}"/>
              </a:ext>
            </a:extLst>
          </p:cNvPr>
          <p:cNvSpPr txBox="1"/>
          <p:nvPr/>
        </p:nvSpPr>
        <p:spPr>
          <a:xfrm>
            <a:off x="6762498" y="6716958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ESM Encoding</a:t>
            </a:r>
          </a:p>
        </p:txBody>
      </p:sp>
      <p:pic>
        <p:nvPicPr>
          <p:cNvPr id="42" name="Graphic 41" descr="Processor with solid fill">
            <a:extLst>
              <a:ext uri="{FF2B5EF4-FFF2-40B4-BE49-F238E27FC236}">
                <a16:creationId xmlns:a16="http://schemas.microsoft.com/office/drawing/2014/main" id="{F3242D43-FD53-1F6B-1CFF-176166C630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85662" y="7312149"/>
            <a:ext cx="1828173" cy="182817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C401232-817C-461B-150C-EFBC9A409D0F}"/>
              </a:ext>
            </a:extLst>
          </p:cNvPr>
          <p:cNvSpPr txBox="1"/>
          <p:nvPr/>
        </p:nvSpPr>
        <p:spPr>
          <a:xfrm>
            <a:off x="11664249" y="6350091"/>
            <a:ext cx="27450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Residue Embedding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3A6661-29B0-6D2F-E842-F8A4F51976F5}"/>
              </a:ext>
            </a:extLst>
          </p:cNvPr>
          <p:cNvSpPr txBox="1"/>
          <p:nvPr/>
        </p:nvSpPr>
        <p:spPr>
          <a:xfrm>
            <a:off x="16799621" y="6153134"/>
            <a:ext cx="21363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Mean Pooling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477D63-F0B3-F859-0576-9952B7CA9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7513" y="7476573"/>
            <a:ext cx="1640068" cy="1640068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CB03130-EB71-F128-58EE-331AA4925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95768" y="7901509"/>
            <a:ext cx="2351697" cy="40314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7D944585-1BF1-DB2E-2BE9-D7F9D39652D3}"/>
              </a:ext>
            </a:extLst>
          </p:cNvPr>
          <p:cNvSpPr txBox="1"/>
          <p:nvPr/>
        </p:nvSpPr>
        <p:spPr>
          <a:xfrm>
            <a:off x="18285616" y="8748858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1280D Protein Embedding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C9A01B-1FC4-0A36-D6D9-B9C7ECB9EC50}"/>
              </a:ext>
            </a:extLst>
          </p:cNvPr>
          <p:cNvSpPr txBox="1"/>
          <p:nvPr/>
        </p:nvSpPr>
        <p:spPr>
          <a:xfrm>
            <a:off x="6762498" y="9879948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T-Scale Lookup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AF3722-F113-5DBD-550B-D5F53626916C}"/>
              </a:ext>
            </a:extLst>
          </p:cNvPr>
          <p:cNvSpPr txBox="1"/>
          <p:nvPr/>
        </p:nvSpPr>
        <p:spPr>
          <a:xfrm>
            <a:off x="11704622" y="9865381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Statistical Pooling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5C139528-B824-C667-A905-0070B473A1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9970093" y="10417629"/>
            <a:ext cx="1643742" cy="1643742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6662C84-5B29-6228-5E44-1BAD03C8CA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4548378" y="11071507"/>
            <a:ext cx="2459920" cy="503165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5EBF3B63-02CA-C924-3F2A-52B42188B3C8}"/>
              </a:ext>
            </a:extLst>
          </p:cNvPr>
          <p:cNvSpPr txBox="1"/>
          <p:nvPr/>
        </p:nvSpPr>
        <p:spPr>
          <a:xfrm>
            <a:off x="13492338" y="11753306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20D T-Scale protein vector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9E80798-D4E8-5F24-188C-7399CB5951D6}"/>
              </a:ext>
            </a:extLst>
          </p:cNvPr>
          <p:cNvCxnSpPr/>
          <p:nvPr/>
        </p:nvCxnSpPr>
        <p:spPr>
          <a:xfrm>
            <a:off x="6433636" y="12952800"/>
            <a:ext cx="634212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B45087A-EECA-7B11-D407-19B50883497F}"/>
              </a:ext>
            </a:extLst>
          </p:cNvPr>
          <p:cNvCxnSpPr>
            <a:cxnSpLocks/>
          </p:cNvCxnSpPr>
          <p:nvPr/>
        </p:nvCxnSpPr>
        <p:spPr>
          <a:xfrm>
            <a:off x="7037727" y="8188138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D1BD9C3-23B5-DAF0-812A-C3F21CDAB6E4}"/>
              </a:ext>
            </a:extLst>
          </p:cNvPr>
          <p:cNvCxnSpPr>
            <a:cxnSpLocks/>
          </p:cNvCxnSpPr>
          <p:nvPr/>
        </p:nvCxnSpPr>
        <p:spPr>
          <a:xfrm>
            <a:off x="12298024" y="16389163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D08F39E-76BB-45C0-1791-0CC900BCF990}"/>
              </a:ext>
            </a:extLst>
          </p:cNvPr>
          <p:cNvCxnSpPr>
            <a:cxnSpLocks/>
          </p:cNvCxnSpPr>
          <p:nvPr/>
        </p:nvCxnSpPr>
        <p:spPr>
          <a:xfrm>
            <a:off x="11793199" y="8170209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46D4D3E-39D4-E08D-46C0-2D80F68A64F6}"/>
              </a:ext>
            </a:extLst>
          </p:cNvPr>
          <p:cNvCxnSpPr>
            <a:cxnSpLocks/>
          </p:cNvCxnSpPr>
          <p:nvPr/>
        </p:nvCxnSpPr>
        <p:spPr>
          <a:xfrm>
            <a:off x="7065436" y="11319265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6D1C01D-56C4-088F-6F49-99DCAC323848}"/>
              </a:ext>
            </a:extLst>
          </p:cNvPr>
          <p:cNvCxnSpPr>
            <a:cxnSpLocks/>
          </p:cNvCxnSpPr>
          <p:nvPr/>
        </p:nvCxnSpPr>
        <p:spPr>
          <a:xfrm>
            <a:off x="11748273" y="11263847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Graphic 95" descr="Smiling face outline with solid fill">
            <a:extLst>
              <a:ext uri="{FF2B5EF4-FFF2-40B4-BE49-F238E27FC236}">
                <a16:creationId xmlns:a16="http://schemas.microsoft.com/office/drawing/2014/main" id="{203FAA89-B5C2-2299-6A9E-5222DDCE22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37369" y="13475695"/>
            <a:ext cx="1643742" cy="1643742"/>
          </a:xfrm>
          <a:prstGeom prst="rect">
            <a:avLst/>
          </a:prstGeom>
        </p:spPr>
      </p:pic>
      <p:pic>
        <p:nvPicPr>
          <p:cNvPr id="98" name="Graphic 97" descr="Qr Code with solid fill">
            <a:extLst>
              <a:ext uri="{FF2B5EF4-FFF2-40B4-BE49-F238E27FC236}">
                <a16:creationId xmlns:a16="http://schemas.microsoft.com/office/drawing/2014/main" id="{52EE91CF-384B-7DD8-AAE9-4BBF282E73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026258" y="13443093"/>
            <a:ext cx="1643741" cy="1643741"/>
          </a:xfrm>
          <a:prstGeom prst="rect">
            <a:avLst/>
          </a:prstGeom>
        </p:spPr>
      </p:pic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0F0B232-AB24-BE6A-1313-641F187B49EE}"/>
              </a:ext>
            </a:extLst>
          </p:cNvPr>
          <p:cNvCxnSpPr>
            <a:cxnSpLocks/>
          </p:cNvCxnSpPr>
          <p:nvPr/>
        </p:nvCxnSpPr>
        <p:spPr>
          <a:xfrm>
            <a:off x="7048503" y="14314713"/>
            <a:ext cx="363431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072F602-F50B-D009-C61C-EB1E9FD75C92}"/>
              </a:ext>
            </a:extLst>
          </p:cNvPr>
          <p:cNvSpPr txBox="1"/>
          <p:nvPr/>
        </p:nvSpPr>
        <p:spPr>
          <a:xfrm>
            <a:off x="7008965" y="12991274"/>
            <a:ext cx="36274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SMILES Representation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0197A8E-C917-22E6-BEA7-A4B9D90B3234}"/>
              </a:ext>
            </a:extLst>
          </p:cNvPr>
          <p:cNvCxnSpPr>
            <a:cxnSpLocks/>
          </p:cNvCxnSpPr>
          <p:nvPr/>
        </p:nvCxnSpPr>
        <p:spPr>
          <a:xfrm>
            <a:off x="12343696" y="14304758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0F3A1D6-10E0-7FB6-68A0-75607326132A}"/>
              </a:ext>
            </a:extLst>
          </p:cNvPr>
          <p:cNvSpPr txBox="1"/>
          <p:nvPr/>
        </p:nvSpPr>
        <p:spPr>
          <a:xfrm>
            <a:off x="12193719" y="12927558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RNN Encoder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67B9692-19D1-3610-5A0B-1C331B372B16}"/>
              </a:ext>
            </a:extLst>
          </p:cNvPr>
          <p:cNvCxnSpPr>
            <a:cxnSpLocks/>
          </p:cNvCxnSpPr>
          <p:nvPr/>
        </p:nvCxnSpPr>
        <p:spPr>
          <a:xfrm>
            <a:off x="16627469" y="14355022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25DA475-2FC9-A44A-A7FB-4D4DDDCD8F70}"/>
              </a:ext>
            </a:extLst>
          </p:cNvPr>
          <p:cNvSpPr txBox="1"/>
          <p:nvPr/>
        </p:nvSpPr>
        <p:spPr>
          <a:xfrm>
            <a:off x="16510538" y="13012618"/>
            <a:ext cx="29563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Feature Vector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6152C27-808D-66D0-A6E2-67A7CC997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97397" y="14084474"/>
            <a:ext cx="2459920" cy="503165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A653333-9CF9-3073-1C1F-67AB38570810}"/>
              </a:ext>
            </a:extLst>
          </p:cNvPr>
          <p:cNvSpPr txBox="1"/>
          <p:nvPr/>
        </p:nvSpPr>
        <p:spPr>
          <a:xfrm>
            <a:off x="6984171" y="15001976"/>
            <a:ext cx="36274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Experimental Features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FF4EEC87-8F20-F2A0-41FA-9975413D870A}"/>
              </a:ext>
            </a:extLst>
          </p:cNvPr>
          <p:cNvCxnSpPr>
            <a:cxnSpLocks/>
          </p:cNvCxnSpPr>
          <p:nvPr/>
        </p:nvCxnSpPr>
        <p:spPr>
          <a:xfrm>
            <a:off x="7030740" y="16397322"/>
            <a:ext cx="3546092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5" name="Graphic 124" descr="Microscope with solid fill">
            <a:extLst>
              <a:ext uri="{FF2B5EF4-FFF2-40B4-BE49-F238E27FC236}">
                <a16:creationId xmlns:a16="http://schemas.microsoft.com/office/drawing/2014/main" id="{3CAB0E08-DF26-6043-BC53-746812E7F0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5717" y="15663694"/>
            <a:ext cx="1323429" cy="1323429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135618AF-3247-157E-2C26-382AE430C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68297" y="16141874"/>
            <a:ext cx="2459920" cy="503165"/>
          </a:xfrm>
          <a:prstGeom prst="rect">
            <a:avLst/>
          </a:prstGeom>
        </p:spPr>
      </p:pic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93DEA70C-11A4-26FA-CB05-97C900A386D0}"/>
              </a:ext>
            </a:extLst>
          </p:cNvPr>
          <p:cNvCxnSpPr>
            <a:cxnSpLocks/>
          </p:cNvCxnSpPr>
          <p:nvPr/>
        </p:nvCxnSpPr>
        <p:spPr>
          <a:xfrm>
            <a:off x="16584274" y="8188138"/>
            <a:ext cx="261427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E94D2AA5-AEC7-4B02-DDE2-7A39294CAC33}"/>
              </a:ext>
            </a:extLst>
          </p:cNvPr>
          <p:cNvSpPr txBox="1"/>
          <p:nvPr/>
        </p:nvSpPr>
        <p:spPr>
          <a:xfrm>
            <a:off x="11960721" y="15453753"/>
            <a:ext cx="32888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Normalization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4F6BB34D-C8BE-30C4-95E1-3D8E25949670}"/>
              </a:ext>
            </a:extLst>
          </p:cNvPr>
          <p:cNvCxnSpPr>
            <a:cxnSpLocks/>
          </p:cNvCxnSpPr>
          <p:nvPr/>
        </p:nvCxnSpPr>
        <p:spPr>
          <a:xfrm>
            <a:off x="7064608" y="8170209"/>
            <a:ext cx="828" cy="8257819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69D9899-91C7-F6E7-A2A6-D97E00808839}"/>
              </a:ext>
            </a:extLst>
          </p:cNvPr>
          <p:cNvCxnSpPr>
            <a:cxnSpLocks/>
          </p:cNvCxnSpPr>
          <p:nvPr/>
        </p:nvCxnSpPr>
        <p:spPr>
          <a:xfrm>
            <a:off x="23722861" y="8170209"/>
            <a:ext cx="828" cy="8257819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D1C716F9-A63A-43BD-D5F5-B7ABD9A37659}"/>
              </a:ext>
            </a:extLst>
          </p:cNvPr>
          <p:cNvCxnSpPr>
            <a:cxnSpLocks/>
          </p:cNvCxnSpPr>
          <p:nvPr/>
        </p:nvCxnSpPr>
        <p:spPr>
          <a:xfrm flipH="1">
            <a:off x="18332460" y="16397322"/>
            <a:ext cx="5390401" cy="30706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CEDF56C2-A6A2-5445-CD8E-3AEB88302D2B}"/>
              </a:ext>
            </a:extLst>
          </p:cNvPr>
          <p:cNvCxnSpPr>
            <a:cxnSpLocks/>
          </p:cNvCxnSpPr>
          <p:nvPr/>
        </p:nvCxnSpPr>
        <p:spPr>
          <a:xfrm flipH="1" flipV="1">
            <a:off x="22187843" y="14345419"/>
            <a:ext cx="1535018" cy="9603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11FD106-B506-B16F-935F-5105D354AD30}"/>
              </a:ext>
            </a:extLst>
          </p:cNvPr>
          <p:cNvCxnSpPr>
            <a:cxnSpLocks/>
          </p:cNvCxnSpPr>
          <p:nvPr/>
        </p:nvCxnSpPr>
        <p:spPr>
          <a:xfrm flipH="1">
            <a:off x="17385462" y="11319265"/>
            <a:ext cx="6337399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2647B2F-8272-9CE6-310F-10CDF7F45156}"/>
              </a:ext>
            </a:extLst>
          </p:cNvPr>
          <p:cNvCxnSpPr>
            <a:cxnSpLocks/>
          </p:cNvCxnSpPr>
          <p:nvPr/>
        </p:nvCxnSpPr>
        <p:spPr>
          <a:xfrm flipH="1">
            <a:off x="22093177" y="8170209"/>
            <a:ext cx="1665544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F6C28FE1-C106-1432-DACD-95189EC16388}"/>
              </a:ext>
            </a:extLst>
          </p:cNvPr>
          <p:cNvCxnSpPr>
            <a:cxnSpLocks/>
          </p:cNvCxnSpPr>
          <p:nvPr/>
        </p:nvCxnSpPr>
        <p:spPr>
          <a:xfrm>
            <a:off x="23758721" y="12952800"/>
            <a:ext cx="346535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26935ADC-AB7C-F80D-C093-4E8CD21E1BF4}"/>
              </a:ext>
            </a:extLst>
          </p:cNvPr>
          <p:cNvSpPr txBox="1"/>
          <p:nvPr/>
        </p:nvSpPr>
        <p:spPr>
          <a:xfrm>
            <a:off x="23758721" y="12178952"/>
            <a:ext cx="3259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Concatenation</a:t>
            </a:r>
          </a:p>
        </p:txBody>
      </p:sp>
      <p:pic>
        <p:nvPicPr>
          <p:cNvPr id="155" name="Picture 154">
            <a:extLst>
              <a:ext uri="{FF2B5EF4-FFF2-40B4-BE49-F238E27FC236}">
                <a16:creationId xmlns:a16="http://schemas.microsoft.com/office/drawing/2014/main" id="{4387999D-7DC3-FA47-D8B9-338B534A83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25015185" y="11941707"/>
            <a:ext cx="5535716" cy="474490"/>
          </a:xfrm>
          <a:prstGeom prst="rect">
            <a:avLst/>
          </a:prstGeom>
        </p:spPr>
      </p:pic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B915FBB9-9CF7-653C-A75E-7ACF1AD58C9B}"/>
              </a:ext>
            </a:extLst>
          </p:cNvPr>
          <p:cNvCxnSpPr>
            <a:cxnSpLocks/>
          </p:cNvCxnSpPr>
          <p:nvPr/>
        </p:nvCxnSpPr>
        <p:spPr>
          <a:xfrm>
            <a:off x="28660330" y="12897543"/>
            <a:ext cx="346535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3FDCD5A2-ACAE-AAFF-D7F6-201B3D0F2B30}"/>
              </a:ext>
            </a:extLst>
          </p:cNvPr>
          <p:cNvSpPr txBox="1"/>
          <p:nvPr/>
        </p:nvSpPr>
        <p:spPr>
          <a:xfrm>
            <a:off x="28805745" y="11674695"/>
            <a:ext cx="3259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Machine Learning Model</a:t>
            </a:r>
          </a:p>
        </p:txBody>
      </p:sp>
      <p:pic>
        <p:nvPicPr>
          <p:cNvPr id="160" name="Graphic 159" descr="Computer with solid fill">
            <a:extLst>
              <a:ext uri="{FF2B5EF4-FFF2-40B4-BE49-F238E27FC236}">
                <a16:creationId xmlns:a16="http://schemas.microsoft.com/office/drawing/2014/main" id="{A80012DC-B04E-11B0-C70D-86E4EA278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2610652" y="11890353"/>
            <a:ext cx="1923143" cy="192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576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</TotalTime>
  <Words>39</Words>
  <Application>Microsoft Macintosh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Jan Gajda</dc:creator>
  <cp:lastModifiedBy>Michal Jan Gajda</cp:lastModifiedBy>
  <cp:revision>1</cp:revision>
  <cp:lastPrinted>2026-04-18T15:40:09Z</cp:lastPrinted>
  <dcterms:created xsi:type="dcterms:W3CDTF">2026-04-18T14:13:32Z</dcterms:created>
  <dcterms:modified xsi:type="dcterms:W3CDTF">2026-04-18T16:15:38Z</dcterms:modified>
</cp:coreProperties>
</file>